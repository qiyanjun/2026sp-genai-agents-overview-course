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9" r:id="rId3"/>
    <p:sldId id="262" r:id="rId4"/>
    <p:sldId id="260" r:id="rId5"/>
    <p:sldId id="268" r:id="rId6"/>
    <p:sldId id="309" r:id="rId7"/>
    <p:sldId id="304" r:id="rId8"/>
    <p:sldId id="290" r:id="rId9"/>
    <p:sldId id="919" r:id="rId10"/>
    <p:sldId id="978" r:id="rId11"/>
    <p:sldId id="306" r:id="rId12"/>
    <p:sldId id="307" r:id="rId13"/>
    <p:sldId id="308" r:id="rId14"/>
    <p:sldId id="286" r:id="rId15"/>
    <p:sldId id="305" r:id="rId1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003366"/>
    <a:srgbClr val="300448"/>
    <a:srgbClr val="000066"/>
    <a:srgbClr val="333399"/>
    <a:srgbClr val="6600CC"/>
    <a:srgbClr val="3366FF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53" autoAdjust="0"/>
    <p:restoredTop sz="96286" autoAdjust="0"/>
  </p:normalViewPr>
  <p:slideViewPr>
    <p:cSldViewPr>
      <p:cViewPr>
        <p:scale>
          <a:sx n="166" d="100"/>
          <a:sy n="166" d="100"/>
        </p:scale>
        <p:origin x="584" y="-6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4F014-9A02-4370-98AF-8A4593A02C65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140A1D-0B06-4C79-9F26-2E2FB119E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95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PMingLiU" pitchFamily="18" charset="-120"/>
              </a:defRPr>
            </a:lvl1pPr>
          </a:lstStyle>
          <a:p>
            <a:fld id="{5D7F18D2-2977-429E-8B6D-22778A44E64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720294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3EEB0713-4CCC-4E3E-846C-FACD634EFBA6}" type="slidenum">
              <a:rPr lang="zh-TW" altLang="en-US" sz="1200">
                <a:ea typeface="PMingLiU" pitchFamily="18" charset="-120"/>
              </a:rPr>
              <a:pPr eaLnBrk="1" hangingPunct="1"/>
              <a:t>1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TW" altLang="en-US" dirty="0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1220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2DF503E9-4B1D-4341-B837-151F396BAC41}" type="slidenum">
              <a:rPr lang="zh-TW" altLang="en-US" sz="1200">
                <a:ea typeface="PMingLiU" pitchFamily="18" charset="-120"/>
              </a:rPr>
              <a:pPr eaLnBrk="1" hangingPunct="1"/>
              <a:t>2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noProof="0" dirty="0">
                <a:latin typeface="Arial" pitchFamily="34" charset="0"/>
                <a:ea typeface="PMingLiU" pitchFamily="18" charset="-120"/>
              </a:rPr>
              <a:t>The motivation of this</a:t>
            </a:r>
            <a:r>
              <a:rPr lang="en-US" altLang="zh-CN" baseline="0" noProof="0" dirty="0">
                <a:latin typeface="Arial" pitchFamily="34" charset="0"/>
                <a:ea typeface="PMingLiU" pitchFamily="18" charset="-120"/>
              </a:rPr>
              <a:t> project</a:t>
            </a:r>
            <a:endParaRPr lang="zh-CN" altLang="en-US" noProof="0" dirty="0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6358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F18D2-2977-429E-8B6D-22778A44E64D}" type="slidenum">
              <a:rPr lang="zh-TW" altLang="en-US" smtClean="0"/>
              <a:pPr/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44056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F18D2-2977-429E-8B6D-22778A44E64D}" type="slidenum">
              <a:rPr lang="zh-TW" altLang="en-US" smtClean="0"/>
              <a:pPr/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69274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7E23D78-CF54-4D4E-9A10-679B9CD3C531}" type="slidenum">
              <a:rPr lang="zh-TW" altLang="en-US" sz="1200">
                <a:ea typeface="PMingLiU" pitchFamily="18" charset="-120"/>
              </a:rPr>
              <a:pPr eaLnBrk="1" hangingPunct="1"/>
              <a:t>5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dirty="0">
                <a:latin typeface="Arial" pitchFamily="34" charset="0"/>
                <a:ea typeface="PMingLiU" pitchFamily="18" charset="-120"/>
              </a:rPr>
              <a:t>Here, we make the claim of this project.</a:t>
            </a:r>
            <a:endParaRPr lang="zh-TW" altLang="en-US" dirty="0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11335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7E23D78-CF54-4D4E-9A10-679B9CD3C531}" type="slidenum">
              <a:rPr lang="zh-TW" altLang="en-US" sz="1200">
                <a:ea typeface="PMingLiU" pitchFamily="18" charset="-120"/>
              </a:rPr>
              <a:pPr eaLnBrk="1" hangingPunct="1"/>
              <a:t>6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dirty="0">
                <a:latin typeface="Arial" pitchFamily="34" charset="0"/>
                <a:ea typeface="PMingLiU" pitchFamily="18" charset="-120"/>
              </a:rPr>
              <a:t>Here, we make the claim of this project.</a:t>
            </a:r>
            <a:endParaRPr lang="zh-TW" altLang="en-US" dirty="0">
              <a:latin typeface="Arial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4447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 dirty="0"/>
              <a:t>Here</a:t>
            </a:r>
            <a:r>
              <a:rPr lang="en-US" baseline="0" dirty="0"/>
              <a:t> is our proposed solution.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7F18D2-2977-429E-8B6D-22778A44E64D}" type="slidenum">
              <a:rPr lang="zh-TW" altLang="en-US" smtClean="0"/>
              <a:pPr/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13623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8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 dirty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1946370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14534-D7C9-CC8D-EE09-133C2F45C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0EAD3-59E5-19CD-F3D2-B6E6062AE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CACD6-F463-CAA1-C2A5-83763E6C0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88D64-9095-FE7F-A2C8-021AFB5FE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54B5F-9003-4AF7-8090-8A6CBDFE1AE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424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CC6CF-1A8A-2B34-56E8-EBD18BADF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0651A8-2C75-920A-BB3C-6C24D330B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1C5E6-806F-3D15-9848-32370D5C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72231-E9E5-5F17-C55A-22F21A01D0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54B5F-9003-4AF7-8090-8A6CBDFE1A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41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11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 dirty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1947272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12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 dirty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163925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57066" indent="-291179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64717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30604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96491" indent="-232943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1AE4675-46EC-4EDF-89E2-3C4CC1C64A21}" type="slidenum">
              <a:rPr lang="zh-TW" altLang="en-US" sz="1200">
                <a:ea typeface="PMingLiU" pitchFamily="18" charset="-120"/>
              </a:rPr>
              <a:pPr eaLnBrk="1" hangingPunct="1"/>
              <a:t>13</a:t>
            </a:fld>
            <a:endParaRPr lang="en-US" altLang="zh-TW" sz="1200">
              <a:ea typeface="PMingLiU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TW" baseline="0" dirty="0">
                <a:latin typeface="Arial" pitchFamily="34" charset="0"/>
                <a:ea typeface="PMingLiU" pitchFamily="18" charset="-120"/>
              </a:rPr>
              <a:t>In the rest of this presentation, I’m going to talk about following contents:</a:t>
            </a:r>
          </a:p>
        </p:txBody>
      </p:sp>
    </p:spTree>
    <p:extLst>
      <p:ext uri="{BB962C8B-B14F-4D97-AF65-F5344CB8AC3E}">
        <p14:creationId xmlns:p14="http://schemas.microsoft.com/office/powerpoint/2010/main" val="537301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0BA4C9-2F9F-4941-AE8E-AC62D4D2183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18953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714D2E-7875-44F7-AD06-272F94F3FDC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70567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5E09B8-D849-4C92-A970-16FA4838A42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22180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9270A9-8D84-49FD-B2CD-C3D2813EE56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2272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497711-EAFB-4E5A-A951-28BB7421965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67382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B9F96C-5FBF-454D-AED9-6FBC07E2617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14993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836DE4-103E-47E4-9B1A-63D8DBEAA21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05156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B7166F-8A7E-4E15-882C-A9C18C7F8E9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3268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641FC1-14D6-4CDA-B301-C72ECEE19E8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92883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410D2D-20AB-4FDA-A7D1-25C10B534DA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37638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BEF21-3D8E-49E2-8FE9-D5A02E038BC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5077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5760C2-38E4-496F-933D-2305F303D3F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9726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PMingLiU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PMingLiU" pitchFamily="18" charset="-120"/>
              </a:defRPr>
            </a:lvl1pPr>
          </a:lstStyle>
          <a:p>
            <a:fld id="{533C024B-1461-4457-9A28-300117C30C91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8"/>
          <p:cNvSpPr txBox="1">
            <a:spLocks noChangeArrowheads="1"/>
          </p:cNvSpPr>
          <p:nvPr/>
        </p:nvSpPr>
        <p:spPr bwMode="auto">
          <a:xfrm>
            <a:off x="152400" y="2590800"/>
            <a:ext cx="8839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TW" sz="3600" dirty="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Title</a:t>
            </a:r>
          </a:p>
        </p:txBody>
      </p:sp>
      <p:sp>
        <p:nvSpPr>
          <p:cNvPr id="2051" name="Text Box 9"/>
          <p:cNvSpPr txBox="1">
            <a:spLocks noChangeArrowheads="1"/>
          </p:cNvSpPr>
          <p:nvPr/>
        </p:nvSpPr>
        <p:spPr bwMode="auto">
          <a:xfrm>
            <a:off x="152400" y="3962400"/>
            <a:ext cx="8839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TW" sz="2200" dirty="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Your Name	</a:t>
            </a:r>
          </a:p>
        </p:txBody>
      </p:sp>
      <p:sp>
        <p:nvSpPr>
          <p:cNvPr id="2052" name="Text Box 9"/>
          <p:cNvSpPr txBox="1">
            <a:spLocks noChangeArrowheads="1"/>
          </p:cNvSpPr>
          <p:nvPr/>
        </p:nvSpPr>
        <p:spPr bwMode="auto">
          <a:xfrm>
            <a:off x="76200" y="4419600"/>
            <a:ext cx="8839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TW" sz="2200" dirty="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Date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A4C9-2F9F-4941-AE8E-AC62D4D21837}" type="slidenum">
              <a:rPr lang="zh-TW" altLang="en-US" smtClean="0"/>
              <a:pPr/>
              <a:t>1</a:t>
            </a:fld>
            <a:endParaRPr lang="en-US" altLang="zh-T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zh-CN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Motivation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2</a:t>
            </a:fld>
            <a:endParaRPr lang="en-US" altLang="zh-TW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ja-JP" sz="360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Background</a:t>
            </a:r>
            <a:endParaRPr lang="en-US" altLang="zh-TW" sz="360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altLang="zh-TW" sz="3600" dirty="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Related Work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4</a:t>
            </a:fld>
            <a:endParaRPr lang="en-US" alt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ja-JP" sz="3600" dirty="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Claim / Target Task</a:t>
            </a:r>
            <a:endParaRPr lang="en-US" altLang="zh-TW" sz="3600" dirty="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5</a:t>
            </a:fld>
            <a:endParaRPr lang="en-US" altLang="zh-TW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5"/>
          <p:cNvSpPr>
            <a:spLocks noChangeArrowheads="1"/>
          </p:cNvSpPr>
          <p:nvPr/>
        </p:nvSpPr>
        <p:spPr bwMode="auto">
          <a:xfrm>
            <a:off x="373063" y="152400"/>
            <a:ext cx="87709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ja-JP" sz="3600" dirty="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An Intuitive Figure Showing WHY Claim</a:t>
            </a:r>
            <a:endParaRPr lang="en-US" altLang="zh-TW" sz="3600" dirty="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7544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ja-JP" sz="3600" dirty="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Proposed Solution</a:t>
            </a:r>
            <a:endParaRPr lang="en-US" altLang="zh-TW" sz="3600" dirty="0">
              <a:solidFill>
                <a:srgbClr val="4D4D4D"/>
              </a:solidFill>
              <a:latin typeface="Georgia" pitchFamily="18" charset="0"/>
              <a:ea typeface="PMingLiU" pitchFamily="18" charset="-120"/>
            </a:endParaRPr>
          </a:p>
        </p:txBody>
      </p:sp>
      <p:sp>
        <p:nvSpPr>
          <p:cNvPr id="2" name="AutoShape 2" descr="Inline image 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10" descr="https://www.uni-marburg.de/sprachenzentrum/sprachen-tandem/icons/classic-timer-ico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73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 dirty="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Implementation</a:t>
            </a:r>
          </a:p>
        </p:txBody>
      </p:sp>
      <p:sp>
        <p:nvSpPr>
          <p:cNvPr id="3075" name="Content Placeholder 1"/>
          <p:cNvSpPr>
            <a:spLocks noGrp="1"/>
          </p:cNvSpPr>
          <p:nvPr>
            <p:ph/>
          </p:nvPr>
        </p:nvSpPr>
        <p:spPr>
          <a:xfrm>
            <a:off x="533400" y="1447800"/>
            <a:ext cx="8229600" cy="4419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charset="0"/>
              <a:buChar char="§"/>
              <a:defRPr/>
            </a:pPr>
            <a:endParaRPr lang="en-US" altLang="zh-TW" sz="2000" dirty="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8</a:t>
            </a:fld>
            <a:endParaRPr lang="en-US" altLang="zh-TW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1AC76-228C-37DF-322B-B34441DAC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DB95224-E81F-C398-2C49-14A353E454AB}"/>
              </a:ext>
            </a:extLst>
          </p:cNvPr>
          <p:cNvSpPr txBox="1">
            <a:spLocks/>
          </p:cNvSpPr>
          <p:nvPr/>
        </p:nvSpPr>
        <p:spPr>
          <a:xfrm>
            <a:off x="166969" y="964435"/>
            <a:ext cx="8794933" cy="46800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How to evaluate LLM agents?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706946-9FB2-0F89-348E-E0658A375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57" y="1559516"/>
            <a:ext cx="8672795" cy="373896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007C8D-6134-DC97-38D4-1FD47985D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5F43-1499-4DA3-AD15-177EAD7511F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066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9A2E3-25AE-BD71-F4EF-ED1766252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C0A39C8-5E71-07B0-8490-3DAA0F0806E3}"/>
              </a:ext>
            </a:extLst>
          </p:cNvPr>
          <p:cNvSpPr txBox="1">
            <a:spLocks/>
          </p:cNvSpPr>
          <p:nvPr/>
        </p:nvSpPr>
        <p:spPr>
          <a:xfrm>
            <a:off x="166969" y="964435"/>
            <a:ext cx="8794933" cy="46800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What to evaluate for Agentic AI System?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8C6EE88-79EC-9D22-1F2E-317D32B9E63A}"/>
              </a:ext>
            </a:extLst>
          </p:cNvPr>
          <p:cNvSpPr/>
          <p:nvPr/>
        </p:nvSpPr>
        <p:spPr>
          <a:xfrm>
            <a:off x="4772394" y="2181674"/>
            <a:ext cx="1898495" cy="1877519"/>
          </a:xfrm>
          <a:prstGeom prst="roundRect">
            <a:avLst>
              <a:gd name="adj" fmla="val 3892"/>
            </a:avLst>
          </a:prstGeom>
          <a:solidFill>
            <a:srgbClr val="047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27C14D-B381-6E9A-977E-FBBC482D767B}"/>
              </a:ext>
            </a:extLst>
          </p:cNvPr>
          <p:cNvSpPr txBox="1"/>
          <p:nvPr/>
        </p:nvSpPr>
        <p:spPr>
          <a:xfrm>
            <a:off x="4893597" y="2963290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Self-reflection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DB5C0F6-2CBF-893F-740B-CF793DD38A07}"/>
              </a:ext>
            </a:extLst>
          </p:cNvPr>
          <p:cNvSpPr/>
          <p:nvPr/>
        </p:nvSpPr>
        <p:spPr>
          <a:xfrm>
            <a:off x="6936765" y="2181674"/>
            <a:ext cx="1898495" cy="1877519"/>
          </a:xfrm>
          <a:prstGeom prst="roundRect">
            <a:avLst>
              <a:gd name="adj" fmla="val 3892"/>
            </a:avLst>
          </a:prstGeom>
          <a:solidFill>
            <a:srgbClr val="047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0530409-E418-BA64-18D7-6812AD6724D8}"/>
              </a:ext>
            </a:extLst>
          </p:cNvPr>
          <p:cNvSpPr/>
          <p:nvPr/>
        </p:nvSpPr>
        <p:spPr>
          <a:xfrm>
            <a:off x="2608023" y="2181674"/>
            <a:ext cx="1898495" cy="1877519"/>
          </a:xfrm>
          <a:prstGeom prst="roundRect">
            <a:avLst>
              <a:gd name="adj" fmla="val 3892"/>
            </a:avLst>
          </a:prstGeom>
          <a:solidFill>
            <a:srgbClr val="047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3D2FD33-1012-0BDC-FF63-6A0DAA6A948A}"/>
              </a:ext>
            </a:extLst>
          </p:cNvPr>
          <p:cNvSpPr/>
          <p:nvPr/>
        </p:nvSpPr>
        <p:spPr>
          <a:xfrm>
            <a:off x="443653" y="2181674"/>
            <a:ext cx="1898495" cy="1877519"/>
          </a:xfrm>
          <a:prstGeom prst="roundRect">
            <a:avLst>
              <a:gd name="adj" fmla="val 3892"/>
            </a:avLst>
          </a:prstGeom>
          <a:solidFill>
            <a:srgbClr val="047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012CF5-ED61-37A3-7420-A12550AD6E6A}"/>
              </a:ext>
            </a:extLst>
          </p:cNvPr>
          <p:cNvSpPr txBox="1"/>
          <p:nvPr/>
        </p:nvSpPr>
        <p:spPr>
          <a:xfrm>
            <a:off x="7384978" y="2963290"/>
            <a:ext cx="1069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Memory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520A6D-7A2E-811A-0902-2928F8E6BAB7}"/>
              </a:ext>
            </a:extLst>
          </p:cNvPr>
          <p:cNvSpPr txBox="1"/>
          <p:nvPr/>
        </p:nvSpPr>
        <p:spPr>
          <a:xfrm>
            <a:off x="3231512" y="2824791"/>
            <a:ext cx="718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Tool 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use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623B22-4705-F53E-7D4F-765E531A344B}"/>
              </a:ext>
            </a:extLst>
          </p:cNvPr>
          <p:cNvSpPr txBox="1"/>
          <p:nvPr/>
        </p:nvSpPr>
        <p:spPr>
          <a:xfrm>
            <a:off x="527178" y="2808810"/>
            <a:ext cx="1633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Planning and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reasoning 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933D696-3727-B262-7DC2-4D3E6FCC831D}"/>
              </a:ext>
            </a:extLst>
          </p:cNvPr>
          <p:cNvSpPr/>
          <p:nvPr/>
        </p:nvSpPr>
        <p:spPr>
          <a:xfrm>
            <a:off x="217832" y="1731997"/>
            <a:ext cx="8794934" cy="2486795"/>
          </a:xfrm>
          <a:prstGeom prst="roundRect">
            <a:avLst>
              <a:gd name="adj" fmla="val 2498"/>
            </a:avLst>
          </a:prstGeom>
          <a:noFill/>
          <a:ln w="28575">
            <a:solidFill>
              <a:srgbClr val="0470F3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7EF680B-E194-142D-DB29-CFD152203FDD}"/>
              </a:ext>
            </a:extLst>
          </p:cNvPr>
          <p:cNvSpPr/>
          <p:nvPr/>
        </p:nvSpPr>
        <p:spPr>
          <a:xfrm>
            <a:off x="131235" y="1573991"/>
            <a:ext cx="1898495" cy="467959"/>
          </a:xfrm>
          <a:prstGeom prst="roundRect">
            <a:avLst>
              <a:gd name="adj" fmla="val 3892"/>
            </a:avLst>
          </a:prstGeom>
          <a:solidFill>
            <a:srgbClr val="0470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21250C-F93A-A27D-69D6-86268A563750}"/>
              </a:ext>
            </a:extLst>
          </p:cNvPr>
          <p:cNvSpPr txBox="1"/>
          <p:nvPr/>
        </p:nvSpPr>
        <p:spPr>
          <a:xfrm>
            <a:off x="173125" y="1629302"/>
            <a:ext cx="1838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Core capability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7F887D-9F82-57E2-A080-B40749A6C2AF}"/>
              </a:ext>
            </a:extLst>
          </p:cNvPr>
          <p:cNvSpPr txBox="1"/>
          <p:nvPr/>
        </p:nvSpPr>
        <p:spPr>
          <a:xfrm>
            <a:off x="194148" y="4518347"/>
            <a:ext cx="1569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Applications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EB4BC0-A4E5-9A4E-B727-8DE8EFDDE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5F43-1499-4DA3-AD15-177EAD7511F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54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 dirty="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Data Summary</a:t>
            </a:r>
          </a:p>
        </p:txBody>
      </p:sp>
      <p:sp>
        <p:nvSpPr>
          <p:cNvPr id="3075" name="Content Placeholder 1"/>
          <p:cNvSpPr>
            <a:spLocks noGrp="1"/>
          </p:cNvSpPr>
          <p:nvPr>
            <p:ph/>
          </p:nvPr>
        </p:nvSpPr>
        <p:spPr>
          <a:xfrm>
            <a:off x="533400" y="1447800"/>
            <a:ext cx="8229600" cy="4419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charset="0"/>
              <a:buChar char="§"/>
              <a:defRPr/>
            </a:pPr>
            <a:endParaRPr lang="en-US" altLang="zh-TW" sz="2000" dirty="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61079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 dirty="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Experimental Results</a:t>
            </a:r>
          </a:p>
        </p:txBody>
      </p:sp>
      <p:sp>
        <p:nvSpPr>
          <p:cNvPr id="3075" name="Content Placeholder 1"/>
          <p:cNvSpPr>
            <a:spLocks noGrp="1"/>
          </p:cNvSpPr>
          <p:nvPr>
            <p:ph/>
          </p:nvPr>
        </p:nvSpPr>
        <p:spPr>
          <a:xfrm>
            <a:off x="533400" y="1447800"/>
            <a:ext cx="8229600" cy="4419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charset="0"/>
              <a:buChar char="§"/>
              <a:defRPr/>
            </a:pPr>
            <a:endParaRPr lang="en-US" altLang="zh-TW" sz="2000" dirty="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9885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9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TW" sz="3600" dirty="0">
                <a:solidFill>
                  <a:srgbClr val="4D4D4D"/>
                </a:solidFill>
                <a:latin typeface="Georgia" pitchFamily="18" charset="0"/>
                <a:ea typeface="PMingLiU" pitchFamily="18" charset="-120"/>
              </a:rPr>
              <a:t>Experimental Analysis</a:t>
            </a:r>
          </a:p>
        </p:txBody>
      </p:sp>
      <p:sp>
        <p:nvSpPr>
          <p:cNvPr id="3075" name="Content Placeholder 1"/>
          <p:cNvSpPr>
            <a:spLocks noGrp="1"/>
          </p:cNvSpPr>
          <p:nvPr>
            <p:ph/>
          </p:nvPr>
        </p:nvSpPr>
        <p:spPr>
          <a:xfrm>
            <a:off x="533400" y="1447800"/>
            <a:ext cx="8229600" cy="4419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charset="0"/>
              <a:buChar char="§"/>
              <a:defRPr/>
            </a:pPr>
            <a:endParaRPr lang="en-US" altLang="zh-TW" sz="2000" dirty="0">
              <a:solidFill>
                <a:srgbClr val="4D4D4D"/>
              </a:solidFill>
              <a:latin typeface="Georgia" charset="0"/>
              <a:ea typeface="新細明體" charset="0"/>
              <a:cs typeface="新細明體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79849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altLang="zh-TW" sz="3600" dirty="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Conclusion and Future Work</a:t>
            </a:r>
          </a:p>
        </p:txBody>
      </p:sp>
      <p:sp>
        <p:nvSpPr>
          <p:cNvPr id="53250" name="Content Placeholder 2"/>
          <p:cNvSpPr txBox="1">
            <a:spLocks/>
          </p:cNvSpPr>
          <p:nvPr/>
        </p:nvSpPr>
        <p:spPr bwMode="auto">
          <a:xfrm>
            <a:off x="9525" y="1752600"/>
            <a:ext cx="90678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en-US" sz="2000" dirty="0">
              <a:solidFill>
                <a:srgbClr val="4D4D4D"/>
              </a:solidFill>
              <a:latin typeface="Georgia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14</a:t>
            </a:fld>
            <a:endParaRPr lang="en-US" altLang="zh-TW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5"/>
          <p:cNvSpPr>
            <a:spLocks noChangeArrowheads="1"/>
          </p:cNvSpPr>
          <p:nvPr/>
        </p:nvSpPr>
        <p:spPr bwMode="auto">
          <a:xfrm>
            <a:off x="373063" y="152400"/>
            <a:ext cx="68532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altLang="zh-TW" sz="3600" dirty="0">
                <a:solidFill>
                  <a:srgbClr val="4D4D4D"/>
                </a:solidFill>
                <a:latin typeface="Georgia" charset="0"/>
                <a:ea typeface="新細明體" charset="0"/>
                <a:cs typeface="新細明體" charset="0"/>
              </a:rPr>
              <a:t>References</a:t>
            </a:r>
          </a:p>
        </p:txBody>
      </p:sp>
      <p:sp>
        <p:nvSpPr>
          <p:cNvPr id="53250" name="Content Placeholder 2"/>
          <p:cNvSpPr txBox="1">
            <a:spLocks/>
          </p:cNvSpPr>
          <p:nvPr/>
        </p:nvSpPr>
        <p:spPr bwMode="auto">
          <a:xfrm>
            <a:off x="9525" y="1752600"/>
            <a:ext cx="90678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en-US" sz="2000" dirty="0">
              <a:solidFill>
                <a:srgbClr val="4D4D4D"/>
              </a:solidFill>
              <a:latin typeface="Georgia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60C2-38E4-496F-933D-2305F303D3F1}" type="slidenum">
              <a:rPr lang="zh-TW" altLang="en-US" smtClean="0"/>
              <a:pPr/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0805634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3834</TotalTime>
  <Words>174</Words>
  <Application>Microsoft Macintosh PowerPoint</Application>
  <PresentationFormat>On-screen Show (4:3)</PresentationFormat>
  <Paragraphs>59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PMingLiU</vt:lpstr>
      <vt:lpstr>Arial</vt:lpstr>
      <vt:lpstr>Georgia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Yanjun Qi</cp:lastModifiedBy>
  <cp:revision>253</cp:revision>
  <cp:lastPrinted>2014-10-01T00:28:47Z</cp:lastPrinted>
  <dcterms:created xsi:type="dcterms:W3CDTF">2009-01-05T15:07:26Z</dcterms:created>
  <dcterms:modified xsi:type="dcterms:W3CDTF">2026-04-01T19:19:08Z</dcterms:modified>
</cp:coreProperties>
</file>